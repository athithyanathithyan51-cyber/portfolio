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19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athithyang.cs24@bitsathy.ac.i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4457" y="2625566"/>
            <a:ext cx="80813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Breaking Barriers with AI/ML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70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B5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SPATANS PRESENTS: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13052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Translating Sign Language into Speech and Text for Seamless Communication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11397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363391" y="1738670"/>
            <a:ext cx="990361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Bridging the Communication Divide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793790" y="2823091"/>
            <a:ext cx="4196358" cy="3648670"/>
          </a:xfrm>
          <a:prstGeom prst="roundRect">
            <a:avLst>
              <a:gd name="adj" fmla="val 261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3091"/>
            <a:ext cx="60960" cy="3648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2044" y="3080385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Communication Gap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112044" y="3663077"/>
            <a:ext cx="36208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significant barrier exists between the hearing and deaf communities, leading to exclusion and misunderstanding.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23091"/>
            <a:ext cx="4196358" cy="3648670"/>
          </a:xfrm>
          <a:prstGeom prst="roundRect">
            <a:avLst>
              <a:gd name="adj" fmla="val 261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23091"/>
            <a:ext cx="60960" cy="36486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5216" y="3080385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Interpreter Scarcity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5535216" y="3663077"/>
            <a:ext cx="36208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limited availability of real-time sign language interpreters severely restricts daily interactions.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2823091"/>
            <a:ext cx="4196358" cy="3648670"/>
          </a:xfrm>
          <a:prstGeom prst="roundRect">
            <a:avLst>
              <a:gd name="adj" fmla="val 261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823091"/>
            <a:ext cx="60960" cy="36486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58388" y="3080385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Systemic Barriers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9958388" y="3663077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gap creates profound challenges in critical areas: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958388" y="4524970"/>
            <a:ext cx="3620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958388" y="4967168"/>
            <a:ext cx="3620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958388" y="5409367"/>
            <a:ext cx="3620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Workplaces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9958388" y="5851565"/>
            <a:ext cx="36208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Services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93790" y="67269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envision a world where communication is truly universal.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20397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Vision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003590" y="2638663"/>
            <a:ext cx="862310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Accessibility for All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33951" y="4063246"/>
            <a:ext cx="12702659" cy="1786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 AI/ML-powered solution for real-time sign language translation, enabling inclusive and barrier-free communication.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93790" y="3723084"/>
            <a:ext cx="30480" cy="2466618"/>
          </a:xfrm>
          <a:prstGeom prst="rect">
            <a:avLst/>
          </a:prstGeom>
          <a:solidFill>
            <a:srgbClr val="876C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115181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533055" y="1750695"/>
            <a:ext cx="95642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Seamless Translation in Four Steps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793790" y="28351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90161"/>
            <a:ext cx="6407944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364468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Video Input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93790" y="394716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Webcams or mobile devices capture gestures in real-time, feeding them into the system.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28548" y="28351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190161"/>
            <a:ext cx="6408063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8548" y="3364468"/>
            <a:ext cx="4134445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Hand Tracking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7428548" y="394716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detects 21 key anatomical landmarks on the hand, capturing the nuances of each sign.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93790" y="50698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02223"/>
            <a:ext cx="6407944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5599152"/>
            <a:ext cx="3665815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Deep Learning Models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793790" y="6181844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robust CNN + LSTM models classify signs with an impressive 98% accuracy, leveraging powerful AI.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428548" y="50698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402223"/>
            <a:ext cx="6408063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28548" y="5599152"/>
            <a:ext cx="3594378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Instantaneous Output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7428548" y="6181844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signs are instantly converted into clear text and synthetic speech, bridging the communication gap.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8023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 the Hood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325058" y="1401247"/>
            <a:ext cx="79801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Robust Technology Stack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793790" y="2712482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Language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3858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54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backbone of our system, chosen for its versatility and extensive AI/ML ecosystem.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38518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Libraries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3790" y="50119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&amp; PyTorch: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Powering our deep learning models for accurate gesture classification.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1703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Enabling efficient real-time video processing and image analysis.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62213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Providing advanced hand tracking capabilities for precise gesture recognition.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712482"/>
            <a:ext cx="3681532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Deployment Platforms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99521" y="33858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is designed for accessibility across various devices, available as: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3157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Applications: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Accessible from any browser for broad reach.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1208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Applications:</a:t>
            </a: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Bringing translation capabilities directly to users' fingertips.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16456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Capabilities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427809" y="2244566"/>
            <a:ext cx="777478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 of Our Solution</a:t>
            </a:r>
            <a:endParaRPr lang="en-US" sz="4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28987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7720" y="3484840"/>
            <a:ext cx="3194685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Gesture Detection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57720" y="451413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Instantaneous recognition of hand movements and signs as they are performed.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328987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823" y="3484840"/>
            <a:ext cx="3194685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Alphabet &amp; Basic Word Recognition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6199823" y="4514136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identification of individual letters and fundamental words in sign language.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328987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1925" y="3484840"/>
            <a:ext cx="3194685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Sign-to-Text &amp; Speech Conversion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10641925" y="4514136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translation of recognized signs into clear, readable text and audible speech.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2208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features form the foundation for a truly inclusive communication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5454" y="1217057"/>
            <a:ext cx="355949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Transformative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27152" y="1815941"/>
            <a:ext cx="125759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Unlocking Opportunities Through Our Impact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793790" y="2900363"/>
            <a:ext cx="4196358" cy="3494127"/>
          </a:xfrm>
          <a:prstGeom prst="roundRect">
            <a:avLst>
              <a:gd name="adj" fmla="val 2727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134797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3283625"/>
            <a:ext cx="306110" cy="3826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042053"/>
            <a:ext cx="3727490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Accessibility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028224" y="507134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down communication barriers in education, healthcare, and professional environments.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900363"/>
            <a:ext cx="4196358" cy="3494127"/>
          </a:xfrm>
          <a:prstGeom prst="roundRect">
            <a:avLst>
              <a:gd name="adj" fmla="val 2727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96" y="3134797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562" y="3283625"/>
            <a:ext cx="306110" cy="3826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404205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Promotes Inclusivity</a:t>
            </a:r>
            <a:endParaRPr lang="en-US" sz="2800" dirty="0"/>
          </a:p>
        </p:txBody>
      </p:sp>
      <p:sp>
        <p:nvSpPr>
          <p:cNvPr id="13" name="Text 7"/>
          <p:cNvSpPr/>
          <p:nvPr/>
        </p:nvSpPr>
        <p:spPr>
          <a:xfrm>
            <a:off x="5451396" y="46247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Fostering environments where everyone can participate fully and independently.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2900363"/>
            <a:ext cx="4196358" cy="3494127"/>
          </a:xfrm>
          <a:prstGeom prst="roundRect">
            <a:avLst>
              <a:gd name="adj" fmla="val 2727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568" y="3134797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1734" y="3283625"/>
            <a:ext cx="306110" cy="38266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4568" y="4042053"/>
            <a:ext cx="3727490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Facilitates Real-Time Connection</a:t>
            </a:r>
            <a:endParaRPr lang="en-US" sz="2800" dirty="0"/>
          </a:p>
        </p:txBody>
      </p:sp>
      <p:sp>
        <p:nvSpPr>
          <p:cNvPr id="18" name="Text 10"/>
          <p:cNvSpPr/>
          <p:nvPr/>
        </p:nvSpPr>
        <p:spPr>
          <a:xfrm>
            <a:off x="9874568" y="507134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spontaneous and natural communication without delays or misunderstandings.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793790" y="66496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empowers individuals and enriches communities by ensuring everyone has a voice.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15422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Road Ahead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080617" y="2141101"/>
            <a:ext cx="1046916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Innovations &amp; Expanded Reach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530906" y="3225522"/>
            <a:ext cx="3421499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Global Sign Language Support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4254818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to recognize 300+ regional sign languages, including ASL, ISL, and more, to serve a truly global audience.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973008" y="3225522"/>
            <a:ext cx="3421499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Reverse Translation via 3D Avatars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73008" y="4254818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voice-to-sign translation through expressive 3D avatars, creating a truly bidirectional communication tool.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415111" y="3225522"/>
            <a:ext cx="3421499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Offline Mobile Accessibility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415111" y="4254818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offline support into our mobile application, ensuring seamless communication even without an internet connection.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244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committed to continuous innovation, pushing the boundaries of assistive AI technology.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681" y="6555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Commitment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25444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Empowering Voices, Building a Barrier-Free World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33951" y="3423285"/>
            <a:ext cx="12702659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B54DA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Mission:</a:t>
            </a: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Empower voices by bridging communication gaps through cutting-edge AI/ML.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33951" y="465665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5722620"/>
            <a:ext cx="12702659" cy="89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B54DA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Vision:</a:t>
            </a: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 world where everyone has equal opportunities, free from communication barriers.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3790" y="3083123"/>
            <a:ext cx="30480" cy="3872865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72111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believe in the power of technology to create a more inclusive and equitable society for all.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8042" y="110585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037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time and interest in our vision.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528905" y="3006804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B54DA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 Spartans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7935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Gokul V (AIDS)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357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Syed Afrideen S (AIDS)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779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Vasanth T M (AIDS)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201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Athithyan G (CSE)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382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athithyang.cs24@bitsathy.ac.in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6469651"/>
            <a:ext cx="13042821" cy="35957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67607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a more connected and accessible world together.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Petrona Bold</vt:lpstr>
      <vt:lpstr>Inter</vt:lpstr>
      <vt:lpstr>Petrona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ATHI .</cp:lastModifiedBy>
  <cp:revision>1</cp:revision>
  <dcterms:created xsi:type="dcterms:W3CDTF">2025-08-22T06:43:31Z</dcterms:created>
  <dcterms:modified xsi:type="dcterms:W3CDTF">2025-09-06T12:03:07Z</dcterms:modified>
</cp:coreProperties>
</file>